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11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ype="http://schemas.openxmlformats.org/officeDocument/2006/relationships/presProps" Target="presProps.xml"/>  <Relationship Id="rId8" Type="http://schemas.openxmlformats.org/officeDocument/2006/relationships/viewProps" Target="viewProps.xml"/>  <Relationship Id="rId9" Type="http://schemas.openxmlformats.org/officeDocument/2006/relationships/theme" Target="theme/theme1.xml"/>  <Relationship Id="rId10" Type="http://schemas.openxmlformats.org/officeDocument/2006/relationships/tableStyles" Target="tableStyles.xml"/>  <Relationship Id="rId11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6f54786-6a13-4e66-b08d-58550d0f714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55d4e92a-3c13-4e49-a47e-11e2dfe6e1a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aef4c88-f2d0-44c9-902e-f46a311c67c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29e6f68-3c54-4b06-8999-64ad902c835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8911bfc-bf66-446f-b14a-fd9d78af624f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2026-05-20T17:50:32.855Z</dcterms:created>
  <dcterms:modified xsi:type="dcterms:W3CDTF">2026-05-20T17:50:32.855Z</dcterms:modified>
</cp:coreProperties>
</file>