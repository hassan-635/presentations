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8"/>
  </p:notesMaster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arget="slides/slide8.xml" Type="http://schemas.openxmlformats.org/officeDocument/2006/relationships/slide"/>  <Relationship Id="rId10" Target="slides/slide9.xml" Type="http://schemas.openxmlformats.org/officeDocument/2006/relationships/slide"/>  <Relationship Id="rId11" Target="slides/slide10.xml" Type="http://schemas.openxmlformats.org/officeDocument/2006/relationships/slide"/>  <Relationship Id="rId12" Target="slides/slide11.xml" Type="http://schemas.openxmlformats.org/officeDocument/2006/relationships/slide"/>  <Relationship Id="rId13" Target="slides/slide12.xml" Type="http://schemas.openxmlformats.org/officeDocument/2006/relationships/slide"/>  <Relationship Id="rId14" Type="http://schemas.openxmlformats.org/officeDocument/2006/relationships/presProps" Target="presProps.xml"/>  <Relationship Id="rId15" Type="http://schemas.openxmlformats.org/officeDocument/2006/relationships/viewProps" Target="viewProps.xml"/>  <Relationship Id="rId16" Type="http://schemas.openxmlformats.org/officeDocument/2006/relationships/theme" Target="theme/theme1.xml"/>  <Relationship Id="rId17" Type="http://schemas.openxmlformats.org/officeDocument/2006/relationships/tableStyles" Target="tableStyles.xml"/>  <Relationship Id="rId18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media/image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media/image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media/image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media/image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media/image5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media/image6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media/image7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arget="../media/image8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8.xml" Type="http://schemas.openxmlformats.org/officeDocument/2006/relationships/notesSlide"/></Relationships>
</file>

<file path=ppt/slides/_rels/slide9.xml.rels><?xml version="1.0" encoding="UTF-8" standalone="yes"?>
<Relationships xmlns="http://schemas.openxmlformats.org/package/2006/relationships"><Relationship Id="rId1" Target="../media/image9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
<Relationships xmlns="http://schemas.openxmlformats.org/package/2006/relationships"><Relationship Id="rId1" Target="../media/image10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
<Relationships xmlns="http://schemas.openxmlformats.org/package/2006/relationships"><Relationship Id="rId1" Target="../media/image1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
<Relationships xmlns="http://schemas.openxmlformats.org/package/2006/relationships"><Relationship Id="rId1" Target="../media/image1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2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34cd1277-14a5-4c95-840c-269b2021e16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29fcdf72-d5aa-4188-9c13-046cbac260e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6507c61-d27b-4d9d-844c-1227fc0cbd0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0b9d692-0fde-4e41-b3e9-005f1b404c9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9f496c4a-a088-40b1-acbd-bc39ffdaf79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fa89ef54-5501-4334-9c8c-95468992a1d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8c77cf34-7ae1-46d3-9ebf-82cf68614a6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3be4c03d-a15b-46c0-b706-35e9cba310ff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51c6f62-810c-48f8-932e-d8c2558bd09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5d735509-65df-48b9-8429-f48a01eb720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932ca865-24b9-4fad-b4c9-44626656c91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a1612af9-ec18-49a5-8fc0-7cbfbd79fba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2026-05-20T17:46:45.828Z</dcterms:created>
  <dcterms:modified xsi:type="dcterms:W3CDTF">2026-05-20T17:46:45.828Z</dcterms:modified>
</cp:coreProperties>
</file>