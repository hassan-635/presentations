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71" r:id="rId12"/>
    <p:sldId id="269" r:id="rId13"/>
    <p:sldId id="264" r:id="rId14"/>
    <p:sldId id="265" r:id="rId15"/>
    <p:sldId id="266" r:id="rId16"/>
    <p:sldId id="267" r:id="rId17"/>
    <p:sldId id="26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4883398-f5fc-4412-b16c-b47312365f88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e0c7ae2-6643-47a0-8741-dd058877c0e4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a6eb9fb-a268-4af2-a51e-1a922499fbaf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1076362-9235-4a89-bf6e-ff5c53b61918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3bda4d9-dcb1-466f-b857-61058aa38881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e24dcfc-d3db-4983-991c-481347e18d8a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7eb6d98-7d77-4a33-95be-d40798f36e49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5-18 at 9.33.10 AM (1)"/>
          <p:cNvPicPr>
            <a:picLocks noChangeAspect="1"/>
          </p:cNvPicPr>
          <p:nvPr/>
        </p:nvPicPr>
        <p:blipFill>
          <a:blip r:embed="rId1"/>
          <a:srcRect r="5469"/>
          <a:stretch>
            <a:fillRect/>
          </a:stretch>
        </p:blipFill>
        <p:spPr>
          <a:xfrm>
            <a:off x="-635" y="-635"/>
            <a:ext cx="9144635" cy="523367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aff0f64-400f-432f-a473-b44f76664517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5693371-1f1e-478a-8d9f-d53e05e9ad6f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4b96bc7-3016-403b-9f37-617d941172e0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983271e-1c0c-4de3-a793-d0e9f957a5b9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ab58b77-6ddf-42f2-9124-c5818fb96c89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4342ef6-4dfc-4a4e-b03a-508205782950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</PresentationFormat>
  <Paragraphs>0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Safi malik</cp:lastModifiedBy>
  <cp:revision>2</cp:revision>
  <dcterms:created xsi:type="dcterms:W3CDTF">2026-05-18T01:02:00Z</dcterms:created>
  <dcterms:modified xsi:type="dcterms:W3CDTF">2026-05-18T04:40:43Z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177D1DB40E194C0E92AB46C42F76F8C7_12</vt:lpwstr>
  </property>
</Properties>
</file>