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6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ype="http://schemas.openxmlformats.org/officeDocument/2006/relationships/presProps" Target="presProps.xml"/>  <Relationship Id="rId13" Type="http://schemas.openxmlformats.org/officeDocument/2006/relationships/viewProps" Target="viewProps.xml"/>  <Relationship Id="rId14" Type="http://schemas.openxmlformats.org/officeDocument/2006/relationships/theme" Target="theme/theme1.xml"/>  <Relationship Id="rId15" Type="http://schemas.openxmlformats.org/officeDocument/2006/relationships/tableStyles" Target="tableStyles.xml"/>  <Relationship Id="rId16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499d3c5-9e7b-405e-928a-b1ee1d55560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4771f7c-e604-45fb-85ef-76f2dea52c4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936b8b2-3d45-4f12-b5f3-f2c2d3ab5af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836a1d5-bd7d-4a02-8e2b-9edd4b487d7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f874b4b-54c6-48f3-a172-fde4c6db33f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76a55d4-273d-4026-a092-c3ef9c7bde3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b6f63af-fded-4d13-8f40-a8de1551184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e57b2bf-da8f-444c-b646-e0d459785bf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c997232-42cc-4e31-a006-6177398c700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0ca7984-a948-4d2e-82c9-d3bb2aef214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2026-05-20T17:52:13.412Z</dcterms:created>
  <dcterms:modified xsi:type="dcterms:W3CDTF">2026-05-20T17:52:13.412Z</dcterms:modified>
</cp:coreProperties>
</file>