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23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ype="http://schemas.openxmlformats.org/officeDocument/2006/relationships/presProps" Target="presProps.xml"/>  <Relationship Id="rId20" Type="http://schemas.openxmlformats.org/officeDocument/2006/relationships/viewProps" Target="viewProps.xml"/>  <Relationship Id="rId21" Type="http://schemas.openxmlformats.org/officeDocument/2006/relationships/theme" Target="theme/theme1.xml"/>  <Relationship Id="rId22" Type="http://schemas.openxmlformats.org/officeDocument/2006/relationships/tableStyles" Target="tableStyles.xml"/>  <Relationship Id="rId23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media/image1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7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abf8fad-545d-4850-8249-99856a79d7b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57916b6-e11f-4d89-98de-761ebb02eb0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c94b37d-df72-4848-89f3-d9220f5441a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6afcd9d-b254-4e2e-a196-d1a12d15d9e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5086b24-fc8e-4fe0-af23-534e10a6e7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b21b9a3-a95d-49e9-8d12-39118059cb6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65f9204-d5a6-455c-a63a-867056198b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a052893-8099-4983-ba91-05e608c890a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d1529ef-9f20-4552-b862-6e7b6cfe564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58ee0af-f8a8-487a-acff-5e79a9e07a4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9409f09-c9ac-4fd2-ab2d-360fa5054dd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17c8d6c-50af-4715-9f89-ef3275a3114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3911eb0-639a-4163-9ab3-8f0139181e6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fff1b1a-8ce4-4b53-a6bb-d7a529fd2f9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cc6d5e8-fd86-423e-b753-f61c3bf13b4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d3c1b37-1c51-4c7a-9173-a3ae0b82832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c929311-6c8b-4c2b-8680-ca54344cdc8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2026-05-20T17:51:33.322Z</dcterms:created>
  <dcterms:modified xsi:type="dcterms:W3CDTF">2026-05-20T17:51:33.322Z</dcterms:modified>
</cp:coreProperties>
</file>