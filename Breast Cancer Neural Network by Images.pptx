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b4600fc-fdbb-4d08-b0eb-f9b4b646db5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3859289-73c9-4a4c-ba69-1fcc539d6d5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cf1b8e5-d04a-4af3-b998-558d5f91c15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75a3cdd-364b-4c0e-8392-f72140c45ca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948fdf1-8e42-4e8b-b657-b92d90f5240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afca3a6-e718-41ad-b68d-9e0a3a8b609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9b50069-ad59-45ef-aee5-8b1c8705025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4377f92-dc8e-44b1-b231-e38cbb2d45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02c0888-8d68-478f-91c1-cd84f8a5ae4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d785583-8bfc-45db-a033-aa85b0e47cd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6240e27-624f-417c-a468-c95b960c327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5e7ea21-ea89-4669-9114-fcd82e6f22d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2026-05-20T17:54:54.499Z</dcterms:created>
  <dcterms:modified xsi:type="dcterms:W3CDTF">2026-05-20T17:54:54.499Z</dcterms:modified>
</cp:coreProperties>
</file>