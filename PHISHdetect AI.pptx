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5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ype="http://schemas.openxmlformats.org/officeDocument/2006/relationships/presProps" Target="presProps.xml"/>  <Relationship Id="rId12" Type="http://schemas.openxmlformats.org/officeDocument/2006/relationships/viewProps" Target="viewProps.xml"/>  <Relationship Id="rId13" Type="http://schemas.openxmlformats.org/officeDocument/2006/relationships/theme" Target="theme/theme1.xml"/>  <Relationship Id="rId14" Type="http://schemas.openxmlformats.org/officeDocument/2006/relationships/tableStyles" Target="tableStyles.xml"/>  <Relationship Id="rId15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6aad456-08c7-4c1d-a74d-fc6fed8e3c9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fd4ff28-5f99-42d8-9fcc-6aa40b1997b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7ba62ff-068f-4663-9103-77993fc110a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80e5aa7-b388-42db-9b50-705fcafe7d7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f4e9b5a-deb8-4fb1-8853-d3d8eb41bc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bf9b8a2-8d6e-4442-ad9b-4e7119985bf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b2274e8-8451-46c7-b71e-abaacca1e4d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fa0dadd-7488-4c20-9548-6c7d44f325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f30582a-80f6-4dde-b0f6-c06e0e61a3c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2026-05-20T17:47:55.789Z</dcterms:created>
  <dcterms:modified xsi:type="dcterms:W3CDTF">2026-05-20T17:47:55.789Z</dcterms:modified>
</cp:coreProperties>
</file>